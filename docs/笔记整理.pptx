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6480175" cy="11520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013" y="1885414"/>
            <a:ext cx="5508149" cy="4010837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6050924"/>
            <a:ext cx="4860131" cy="2781450"/>
          </a:xfrm>
        </p:spPr>
        <p:txBody>
          <a:bodyPr/>
          <a:lstStyle>
            <a:lvl1pPr marL="0" indent="0" algn="ctr">
              <a:buNone/>
              <a:defRPr sz="1701"/>
            </a:lvl1pPr>
            <a:lvl2pPr marL="324018" indent="0" algn="ctr">
              <a:buNone/>
              <a:defRPr sz="1417"/>
            </a:lvl2pPr>
            <a:lvl3pPr marL="648035" indent="0" algn="ctr">
              <a:buNone/>
              <a:defRPr sz="1276"/>
            </a:lvl3pPr>
            <a:lvl4pPr marL="972053" indent="0" algn="ctr">
              <a:buNone/>
              <a:defRPr sz="1134"/>
            </a:lvl4pPr>
            <a:lvl5pPr marL="1296071" indent="0" algn="ctr">
              <a:buNone/>
              <a:defRPr sz="1134"/>
            </a:lvl5pPr>
            <a:lvl6pPr marL="1620088" indent="0" algn="ctr">
              <a:buNone/>
              <a:defRPr sz="1134"/>
            </a:lvl6pPr>
            <a:lvl7pPr marL="1944106" indent="0" algn="ctr">
              <a:buNone/>
              <a:defRPr sz="1134"/>
            </a:lvl7pPr>
            <a:lvl8pPr marL="2268123" indent="0" algn="ctr">
              <a:buNone/>
              <a:defRPr sz="1134"/>
            </a:lvl8pPr>
            <a:lvl9pPr marL="2592141" indent="0" algn="ctr">
              <a:buNone/>
              <a:defRPr sz="113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BA32-1F86-4546-84BC-8B0FECD1EF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2F3B-E85D-4C04-9F6F-23D8F9030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25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BA32-1F86-4546-84BC-8B0FECD1EF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2F3B-E85D-4C04-9F6F-23D8F9030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0779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2872125"/>
            <a:ext cx="5589151" cy="4792202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7709663"/>
            <a:ext cx="5589151" cy="2520106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/>
                </a:solidFill>
              </a:defRPr>
            </a:lvl1pPr>
            <a:lvl2pPr marL="324018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2pPr>
            <a:lvl3pPr marL="648035" indent="0">
              <a:buNone/>
              <a:defRPr sz="1276">
                <a:solidFill>
                  <a:schemeClr val="tx1">
                    <a:tint val="75000"/>
                  </a:schemeClr>
                </a:solidFill>
              </a:defRPr>
            </a:lvl3pPr>
            <a:lvl4pPr marL="97205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4pPr>
            <a:lvl5pPr marL="129607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5pPr>
            <a:lvl6pPr marL="1620088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6pPr>
            <a:lvl7pPr marL="1944106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7pPr>
            <a:lvl8pPr marL="226812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8pPr>
            <a:lvl9pPr marL="259214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BA32-1F86-4546-84BC-8B0FECD1EF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2F3B-E85D-4C04-9F6F-23D8F9030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28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3066796"/>
            <a:ext cx="2754074" cy="73096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3066796"/>
            <a:ext cx="2754074" cy="73096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BA32-1F86-4546-84BC-8B0FECD1EF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2F3B-E85D-4C04-9F6F-23D8F9030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625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613362"/>
            <a:ext cx="5589151" cy="22267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7" y="2824120"/>
            <a:ext cx="2741417" cy="1384058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7" y="4208178"/>
            <a:ext cx="2741417" cy="61895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2824120"/>
            <a:ext cx="2754918" cy="1384058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4208178"/>
            <a:ext cx="2754918" cy="61895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BA32-1F86-4546-84BC-8B0FECD1EF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2F3B-E85D-4C04-9F6F-23D8F9030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184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BA32-1F86-4546-84BC-8B0FECD1EF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2F3B-E85D-4C04-9F6F-23D8F9030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056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BA32-1F86-4546-84BC-8B0FECD1EF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2F3B-E85D-4C04-9F6F-23D8F9030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357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768032"/>
            <a:ext cx="2090025" cy="2688114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1658740"/>
            <a:ext cx="3280589" cy="8187013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3456146"/>
            <a:ext cx="2090025" cy="6402939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BA32-1F86-4546-84BC-8B0FECD1EF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2F3B-E85D-4C04-9F6F-23D8F9030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071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768032"/>
            <a:ext cx="2090025" cy="2688114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1658740"/>
            <a:ext cx="3280589" cy="8187013"/>
          </a:xfrm>
        </p:spPr>
        <p:txBody>
          <a:bodyPr anchor="t"/>
          <a:lstStyle>
            <a:lvl1pPr marL="0" indent="0">
              <a:buNone/>
              <a:defRPr sz="2268"/>
            </a:lvl1pPr>
            <a:lvl2pPr marL="324018" indent="0">
              <a:buNone/>
              <a:defRPr sz="1984"/>
            </a:lvl2pPr>
            <a:lvl3pPr marL="648035" indent="0">
              <a:buNone/>
              <a:defRPr sz="1701"/>
            </a:lvl3pPr>
            <a:lvl4pPr marL="972053" indent="0">
              <a:buNone/>
              <a:defRPr sz="1417"/>
            </a:lvl4pPr>
            <a:lvl5pPr marL="1296071" indent="0">
              <a:buNone/>
              <a:defRPr sz="1417"/>
            </a:lvl5pPr>
            <a:lvl6pPr marL="1620088" indent="0">
              <a:buNone/>
              <a:defRPr sz="1417"/>
            </a:lvl6pPr>
            <a:lvl7pPr marL="1944106" indent="0">
              <a:buNone/>
              <a:defRPr sz="1417"/>
            </a:lvl7pPr>
            <a:lvl8pPr marL="2268123" indent="0">
              <a:buNone/>
              <a:defRPr sz="1417"/>
            </a:lvl8pPr>
            <a:lvl9pPr marL="2592141" indent="0">
              <a:buNone/>
              <a:defRPr sz="141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3456146"/>
            <a:ext cx="2090025" cy="6402939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BA32-1F86-4546-84BC-8B0FECD1EF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2F3B-E85D-4C04-9F6F-23D8F9030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280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BA32-1F86-4546-84BC-8B0FECD1EF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2F3B-E85D-4C04-9F6F-23D8F9030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742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613359"/>
            <a:ext cx="1397288" cy="976308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613359"/>
            <a:ext cx="4110861" cy="976308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BA32-1F86-4546-84BC-8B0FECD1EF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2F3B-E85D-4C04-9F6F-23D8F9030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114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613362"/>
            <a:ext cx="5589151" cy="222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3066796"/>
            <a:ext cx="5589151" cy="7309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10677788"/>
            <a:ext cx="1458039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9BA32-1F86-4546-84BC-8B0FECD1EF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10677788"/>
            <a:ext cx="2187059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10677788"/>
            <a:ext cx="1458039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02F3B-E85D-4C04-9F6F-23D8F9030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203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48035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09" indent="-162009" algn="l" defTabSz="64803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6026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10044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406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458079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782097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2106115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43013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754150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01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035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05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07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08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106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812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214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9786170-B475-F347-390B-54ED7CCC4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5770"/>
            <a:ext cx="6480175" cy="57450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E35548B-5B9D-7C14-7CA4-42AB42196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17725"/>
            <a:ext cx="6480175" cy="247841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E52C41A-C74E-01F1-499D-9DB9329C9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45174"/>
            <a:ext cx="6480175" cy="325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25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9364A95-A338-9FE7-14D5-83A632DEB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480175" cy="353872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331C80A-CCE9-45D8-82B5-7FCA98088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06927"/>
            <a:ext cx="6480175" cy="370663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1902E69-3BAA-52A0-1AD7-E97BB23E3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25617"/>
            <a:ext cx="6480175" cy="187262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87FDDA0-5DC5-3D4C-4C5F-CA71DCEE23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298240"/>
            <a:ext cx="6480175" cy="206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87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6542EBA-F4B9-7EA6-666E-30EB0C8F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80175" cy="40882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8A718E3-01D5-CD01-C656-9F04F2F31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384" y="4088295"/>
            <a:ext cx="3791404" cy="104301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588D30C-2677-E645-C720-D096CB7DA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5131312"/>
            <a:ext cx="6480175" cy="347525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2962FD-9030-DAEE-26A1-7890FE644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" y="8523571"/>
            <a:ext cx="6480175" cy="299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276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EF42867-A142-FDA1-4CAC-6935D3015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480175" cy="176440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058EFFF-2980-3FA4-E1D7-7D982FE49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64404"/>
            <a:ext cx="6480175" cy="259605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128B9F4-CC91-5BE8-6764-BB95C3916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84227"/>
            <a:ext cx="6480175" cy="405426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40DA970-45B1-144C-A469-99C651E7E0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662259"/>
            <a:ext cx="6480175" cy="245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738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9BDFCB4-CD86-7914-E465-FC3FC2225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80175" cy="134521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800C7BD-33DD-A0D1-345F-423949E8A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5215"/>
            <a:ext cx="6480175" cy="241290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D3A2CF4-6F7E-9239-854D-F4EE9B014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58123"/>
            <a:ext cx="6480175" cy="209482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AA785D4-0362-CD83-B392-95B292280B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71031"/>
            <a:ext cx="6480175" cy="439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52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3220050-414F-1526-F15B-8542C49DD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665729"/>
            <a:ext cx="6480175" cy="29540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2646A40-BBFB-7BF6-7DEF-DE6C07456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80175" cy="228165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4C37FE7-4725-5F35-E5F6-FB4FE8CA1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2444944"/>
            <a:ext cx="6480175" cy="254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908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19886AF-2FD2-3CDE-8D9F-B665A0EBE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9183"/>
            <a:ext cx="6480175" cy="482383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B8C01E8-7D65-6C9D-ABFB-82280976E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08294"/>
            <a:ext cx="6480175" cy="261978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B737865-9E63-518C-91AA-8642BD95D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28080"/>
            <a:ext cx="6480175" cy="132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44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</TotalTime>
  <Words>0</Words>
  <Application>Microsoft Office PowerPoint</Application>
  <PresentationFormat>自定义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 Wan</dc:creator>
  <cp:lastModifiedBy>TA Wan</cp:lastModifiedBy>
  <cp:revision>14</cp:revision>
  <dcterms:created xsi:type="dcterms:W3CDTF">2026-05-27T11:52:26Z</dcterms:created>
  <dcterms:modified xsi:type="dcterms:W3CDTF">2026-05-27T12:02:37Z</dcterms:modified>
</cp:coreProperties>
</file>